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 · 18 features · Python · SQL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038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7772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222674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57772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660553" y="2222674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79849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96119" y="344343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74994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79849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4660553" y="344343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Purchase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413623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Demographics, purchase details, and shopping behavior — loaded into PostgreSQL for SQL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56394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925119" y="1158553"/>
            <a:ext cx="4722763" cy="763712"/>
          </a:xfrm>
          <a:prstGeom prst="roundRect">
            <a:avLst>
              <a:gd name="adj" fmla="val 730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2785" y="1296219"/>
            <a:ext cx="44474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062785" y="1578620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missing Review Ratings by category median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925119" y="2046833"/>
            <a:ext cx="4722763" cy="763712"/>
          </a:xfrm>
          <a:prstGeom prst="roundRect">
            <a:avLst>
              <a:gd name="adj" fmla="val 730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2785" y="2184499"/>
            <a:ext cx="44474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62785" y="2466901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Renamed columns to snake_case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25119" y="2935114"/>
            <a:ext cx="4722763" cy="763712"/>
          </a:xfrm>
          <a:prstGeom prst="roundRect">
            <a:avLst>
              <a:gd name="adj" fmla="val 730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2785" y="3072780"/>
            <a:ext cx="44474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62785" y="3355181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age_group &amp; purchase_frequency_days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3823395"/>
            <a:ext cx="4722763" cy="763712"/>
          </a:xfrm>
          <a:prstGeom prst="roundRect">
            <a:avLst>
              <a:gd name="adj" fmla="val 730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2785" y="3961061"/>
            <a:ext cx="44474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62785" y="4243462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Exported cleaned DataFrame to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2× more revenue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 customers — $157,890 vs. $75,191.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shoppers also represent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68%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all customers (2,652 of 3,900).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65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Patterns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099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Highest-Rated Products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71923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19099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Discounted Products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701" y="1571923"/>
            <a:ext cx="3902943" cy="9116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86710" y="1732731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986710" y="2095946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50.00% discounted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701" y="2625328"/>
            <a:ext cx="3902943" cy="9116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86710" y="2786137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Sneakers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86710" y="3149352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49.66% discounted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9701" y="3678734"/>
            <a:ext cx="3902943" cy="9116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86710" y="3839542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Coat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86710" y="4202757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49.07% discounted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Gap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73% of revenue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despite similar average spend (~$59).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27% of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subscribe — a major growth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2675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582341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728862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035373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 — 80% of base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582341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728862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035373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 — 18% of base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777282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2923803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23031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 — 2% of base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376311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958 repeat buyers (&gt;5 purchases) are subscribed — loyalty drives subscription.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is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evenly distributed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age groups — no single segment dominates.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lead slightly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Express shipping users spend slightly more ($60.48 vs. $58.46).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091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3335"/>
            <a:ext cx="5177582" cy="291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418258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Overview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471" y="1803574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85037" y="1799183"/>
            <a:ext cx="2167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3.9K Customers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485037" y="2162398"/>
            <a:ext cx="21675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purchase $59.76, rating 3.75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7471" y="2677120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85037" y="2672730"/>
            <a:ext cx="2167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Category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485037" y="3035945"/>
            <a:ext cx="21675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leads at ~$100K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7471" y="3550667"/>
            <a:ext cx="212601" cy="212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85037" y="3546277"/>
            <a:ext cx="2167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Filters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485037" y="3909492"/>
            <a:ext cx="21675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Subscription, Gender, Category, Shipping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049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629073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629073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56658" y="193558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45916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445916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56658" y="2752427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into Loyal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262759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262759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56658" y="356927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079602"/>
            <a:ext cx="354360" cy="354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56658" y="4079602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456658" y="438611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 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2026-08-11T19:45:43Z</dcterms:created>
  <dcterms:modified xsi:type="dcterms:W3CDTF">2026-08-11T19:45:43Z</dcterms:modified>
</cp:coreProperties>
</file>